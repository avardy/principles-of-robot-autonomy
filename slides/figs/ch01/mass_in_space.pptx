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598"/>
  </p:normalViewPr>
  <p:slideViewPr>
    <p:cSldViewPr snapToGrid="0">
      <p:cViewPr>
        <p:scale>
          <a:sx n="209" d="100"/>
          <a:sy n="209" d="100"/>
        </p:scale>
        <p:origin x="-2656" y="-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4CAE-6935-13AA-EE1D-F4FCA1F28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79448-289C-BFE7-42AC-00D87887F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DA2F5-ABA4-1B07-0820-1823CE03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AE1CB-34C1-ADAA-BA21-59EDA01B8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B684A-6596-4A0D-5A47-B0372977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75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33A-0136-16BB-0AF2-F4E0E728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C3B21-F30E-7DC1-DC20-05C365DA9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995AF-7E89-B924-F333-BC7A44AA7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17A4C-CCD3-B995-BA30-93653ADA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82325-340F-CBFD-2898-06077C982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5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EB884-FC70-9E3A-832A-370B914C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DDEC5-3CA8-FAA3-7809-9C078664F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60AAC-41D7-F086-F483-5501C600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82579-F8E5-766F-BDEE-54FC768F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ECE23-6123-9D69-B903-94920301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7FCB-CC0B-AD6B-3BAF-557E8426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D4235-0AAA-1E73-22EF-423F849AD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8B7E7-9DAF-9A18-52D7-A0F3CB8A0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9E2D4-B3F7-F4AB-DA45-E2B88BD4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91D7C-F966-2FEC-6BBF-9FB5CCB8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D3E07-B7DE-A588-CAC1-DC24F6D4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6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B1BA-8525-DB85-5C67-FB3B4750E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00BFF-5A12-DD8B-8DD8-894EC18EC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05605-2B51-256F-C135-84675644A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14F10-B67E-9322-2748-F9DB8E508A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E5B6F-0406-A544-034F-D8E15003F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3D9055-3EE8-545C-1EF8-D5C5E7727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04E64-1ACE-30AD-81A2-E97416CA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B9E1D-32C4-36A3-A86D-26642E9E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0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E8D17-A1E5-965D-C09D-452E8369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2E0D5-8759-932F-BB22-79ED72FA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524C85-C3A4-CDC1-CF1D-4BD370B3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CDBDA-B14F-5E5D-700B-8EBA22B0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4686A-6C47-D09E-58C0-F0B2D0858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1ADA5-186A-3936-1F0D-D9B761E3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A2A0F-31B9-0E5E-7EAC-3AE8ECC6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7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4F605-880A-D289-CD4F-BF909E10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2BAEC-0DE8-42E7-DC13-8980B1AE8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3197F-4771-B1D9-3584-E07EFD9BF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F2183-584B-A85D-50D9-B3AC9CBB4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2E8B9-EC9E-C45B-9ED1-ED814645F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03CCF-E185-2FA5-45AF-1770CBD9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24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F4DD-A104-824A-EF96-385061E6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EFE333-B3C9-748A-B0BC-0B2D5A5897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3512D-8175-FDEF-7310-1B76861CE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F4F7A-2CF6-BF53-8247-302D0F270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8FC70-C021-4368-A603-B6E2202B3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035E0-1A3F-B286-E874-C72D7B1F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1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A5FD-C557-E8F4-6E2C-0D11738B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AF638-BAF3-D006-D567-EBBC0DC07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7FA94-0F00-12F8-DC7D-66EBEBAD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D3303-806F-D2E2-0AE4-E394AF84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A2316-EB76-6821-794C-B57D6F02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29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BDCB4F-0663-D1EA-1493-9E6D8BD14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21EB5-6AA5-B486-570F-6DCBF7093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833F7-F9F2-9DBF-58F6-6E109BD4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79FEC-3CCB-8B24-4B0A-7FB5D28B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B7AE9-379B-D58C-861B-5696C8E8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B8AED-9B33-22A2-583C-B5CA5705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AB7FB-D6BF-0AE2-E435-50D84B2A9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5EA58-8824-35F3-0973-C68694321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A8661-935E-2F4D-A08C-527F16EE097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E2535-8C33-0DCC-4999-A4B2D5679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DD5D5-E77C-E63A-B18F-A61D98485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F9ADA-1F94-5448-A0C0-B75DE49D1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8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F8646-5ABF-B302-0CB1-A46B39FF2A76}"/>
              </a:ext>
            </a:extLst>
          </p:cNvPr>
          <p:cNvSpPr/>
          <p:nvPr/>
        </p:nvSpPr>
        <p:spPr>
          <a:xfrm>
            <a:off x="5654578" y="2343733"/>
            <a:ext cx="1531172" cy="1355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1FAB7A3-5534-6EF7-4F4B-4D9BDE25CA6E}"/>
              </a:ext>
            </a:extLst>
          </p:cNvPr>
          <p:cNvCxnSpPr>
            <a:cxnSpLocks/>
          </p:cNvCxnSpPr>
          <p:nvPr/>
        </p:nvCxnSpPr>
        <p:spPr>
          <a:xfrm>
            <a:off x="3578352" y="3711388"/>
            <a:ext cx="4620768" cy="0"/>
          </a:xfrm>
          <a:prstGeom prst="straightConnector1">
            <a:avLst/>
          </a:prstGeom>
          <a:ln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E0DF7EB-4BC6-0CAD-5743-71216C97F98C}"/>
              </a:ext>
            </a:extLst>
          </p:cNvPr>
          <p:cNvCxnSpPr/>
          <p:nvPr/>
        </p:nvCxnSpPr>
        <p:spPr>
          <a:xfrm>
            <a:off x="4754880" y="3021464"/>
            <a:ext cx="899698" cy="0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1E0AFC-2376-9150-27DD-35089876ACD6}"/>
              </a:ext>
            </a:extLst>
          </p:cNvPr>
          <p:cNvSpPr txBox="1"/>
          <p:nvPr/>
        </p:nvSpPr>
        <p:spPr>
          <a:xfrm>
            <a:off x="4390678" y="270879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FCAAC-5AE1-C22C-6F01-6C640CC176DA}"/>
              </a:ext>
            </a:extLst>
          </p:cNvPr>
          <p:cNvSpPr txBox="1"/>
          <p:nvPr/>
        </p:nvSpPr>
        <p:spPr>
          <a:xfrm>
            <a:off x="6238063" y="3699196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80408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Vardy</dc:creator>
  <cp:lastModifiedBy>Andrew Vardy</cp:lastModifiedBy>
  <cp:revision>1</cp:revision>
  <cp:lastPrinted>2026-01-07T23:13:44Z</cp:lastPrinted>
  <dcterms:created xsi:type="dcterms:W3CDTF">2026-01-07T22:43:08Z</dcterms:created>
  <dcterms:modified xsi:type="dcterms:W3CDTF">2026-01-08T00:28:31Z</dcterms:modified>
</cp:coreProperties>
</file>